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471" r:id="rId2"/>
    <p:sldId id="473" r:id="rId3"/>
    <p:sldId id="479" r:id="rId4"/>
    <p:sldId id="480" r:id="rId5"/>
    <p:sldId id="474" r:id="rId6"/>
    <p:sldId id="476" r:id="rId7"/>
    <p:sldId id="477" r:id="rId8"/>
    <p:sldId id="478" r:id="rId9"/>
  </p:sldIdLst>
  <p:sldSz cx="9144000" cy="5143500" type="screen16x9"/>
  <p:notesSz cx="6858000" cy="9144000"/>
  <p:embeddedFontLst>
    <p:embeddedFont>
      <p:font typeface="Albertus Extra Bold" panose="020B0604020202020204"/>
      <p:regular r:id="rId11"/>
    </p:embeddedFont>
    <p:embeddedFont>
      <p:font typeface="Catamaran" panose="020B0604020202020204" charset="0"/>
      <p:regular r:id="rId12"/>
      <p:bold r:id="rId13"/>
    </p:embeddedFont>
    <p:embeddedFont>
      <p:font typeface="Catamaran Thin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" initials="A" lastIdx="2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1813"/>
    <a:srgbClr val="FBD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 autoAdjust="0"/>
    <p:restoredTop sz="94641" autoAdjust="0"/>
  </p:normalViewPr>
  <p:slideViewPr>
    <p:cSldViewPr>
      <p:cViewPr varScale="1">
        <p:scale>
          <a:sx n="74" d="100"/>
          <a:sy n="74" d="100"/>
        </p:scale>
        <p:origin x="836" y="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54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40605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230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1_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6"/>
          <p:cNvSpPr/>
          <p:nvPr userDrawn="1"/>
        </p:nvSpPr>
        <p:spPr>
          <a:xfrm>
            <a:off x="-45517" y="57150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3" name="Google Shape;209;p13"/>
          <p:cNvGrpSpPr/>
          <p:nvPr userDrawn="1"/>
        </p:nvGrpSpPr>
        <p:grpSpPr>
          <a:xfrm>
            <a:off x="132749" y="290263"/>
            <a:ext cx="269364" cy="224087"/>
            <a:chOff x="1926350" y="995225"/>
            <a:chExt cx="428650" cy="356600"/>
          </a:xfrm>
        </p:grpSpPr>
        <p:sp>
          <p:nvSpPr>
            <p:cNvPr id="4" name="Google Shape;210;p13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" name="Google Shape;211;p13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" name="Google Shape;212;p1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213;p13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133350"/>
            <a:ext cx="6010500" cy="54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>
                <a:solidFill>
                  <a:srgbClr val="81181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1">
                <a:solidFill>
                  <a:srgbClr val="811813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346650"/>
            <a:ext cx="7069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0477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 dirty="0"/>
          </a:p>
        </p:txBody>
      </p:sp>
      <p:grpSp>
        <p:nvGrpSpPr>
          <p:cNvPr id="28" name="Google Shape;174;p11"/>
          <p:cNvGrpSpPr/>
          <p:nvPr userDrawn="1"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29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0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1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2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3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0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pic>
        <p:nvPicPr>
          <p:cNvPr id="48" name="Picture 47" descr="VGU_Logo_PNG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0130" y="0"/>
            <a:ext cx="1243870" cy="11239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80000"/>
              </a:schemeClr>
            </a:outerShdw>
          </a:effectLst>
        </p:spPr>
      </p:pic>
      <p:sp>
        <p:nvSpPr>
          <p:cNvPr id="50" name="Google Shape;173;p11"/>
          <p:cNvSpPr txBox="1">
            <a:spLocks noGrp="1"/>
          </p:cNvSpPr>
          <p:nvPr>
            <p:ph type="sldNum" idx="4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b="1"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" dirty="0"/>
              <a:t>/</a:t>
            </a:r>
            <a:fld id="{00000000-1234-1234-1234-123412341234}" type="slidenum">
              <a:rPr lang="en" smtClean="0">
                <a:solidFill>
                  <a:srgbClr val="811813"/>
                </a:solidFill>
              </a:rPr>
              <a:pPr/>
              <a:t>‹#›</a:t>
            </a:fld>
            <a:endParaRPr lang="en" dirty="0">
              <a:solidFill>
                <a:srgbClr val="811813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81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/>
          <p:cNvSpPr/>
          <p:nvPr/>
        </p:nvSpPr>
        <p:spPr>
          <a:xfrm>
            <a:off x="-381000" y="0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Catamaran" charset="0"/>
              <a:cs typeface="Catamaran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4892965"/>
            <a:ext cx="9144000" cy="269585"/>
          </a:xfrm>
          <a:prstGeom prst="rect">
            <a:avLst/>
          </a:prstGeom>
          <a:solidFill>
            <a:srgbClr val="3C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91321" y="1519127"/>
            <a:ext cx="30636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Catamaran" charset="0"/>
                <a:cs typeface="Catamaran" charset="0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2038350"/>
            <a:ext cx="678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On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&lt;Title&gt;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Catamaran" charset="0"/>
              <a:cs typeface="Catamaran" charset="0"/>
            </a:endParaRPr>
          </a:p>
        </p:txBody>
      </p:sp>
      <p:pic>
        <p:nvPicPr>
          <p:cNvPr id="1027" name="Picture 3" descr="C:\Users\Shekhawat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98585"/>
            <a:ext cx="9122228" cy="123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124200" y="3195571"/>
            <a:ext cx="2908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200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Presenter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4200" y="3562350"/>
            <a:ext cx="2956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Catamaran" charset="0"/>
                <a:cs typeface="Catamaran" charset="0"/>
              </a:rPr>
              <a:t>Designation / Semester Details</a:t>
            </a:r>
          </a:p>
        </p:txBody>
      </p:sp>
      <p:sp>
        <p:nvSpPr>
          <p:cNvPr id="16" name="Hexagon 15"/>
          <p:cNvSpPr/>
          <p:nvPr/>
        </p:nvSpPr>
        <p:spPr>
          <a:xfrm>
            <a:off x="-413550" y="1703982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51760" y="2952750"/>
            <a:ext cx="3962400" cy="45719"/>
          </a:xfrm>
          <a:prstGeom prst="rect">
            <a:avLst/>
          </a:prstGeom>
          <a:solidFill>
            <a:srgbClr val="FFBF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/>
        </p:nvSpPr>
        <p:spPr>
          <a:xfrm>
            <a:off x="8727967" y="1840848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xagon 18"/>
          <p:cNvSpPr/>
          <p:nvPr/>
        </p:nvSpPr>
        <p:spPr>
          <a:xfrm>
            <a:off x="7509191" y="2644715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Hexagon 20"/>
          <p:cNvSpPr/>
          <p:nvPr/>
        </p:nvSpPr>
        <p:spPr>
          <a:xfrm>
            <a:off x="7754122" y="1519127"/>
            <a:ext cx="1104473" cy="952132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754122" y="4781550"/>
            <a:ext cx="1295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www.vgu.ac.in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" y="4778573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Date</a:t>
            </a:r>
            <a:endParaRPr lang="en-US" b="1" dirty="0">
              <a:solidFill>
                <a:schemeClr val="bg1"/>
              </a:solidFill>
              <a:latin typeface="Catamaran" charset="0"/>
              <a:cs typeface="Catamaran" charset="0"/>
            </a:endParaRPr>
          </a:p>
        </p:txBody>
      </p:sp>
      <p:sp>
        <p:nvSpPr>
          <p:cNvPr id="27" name="Google Shape;189;p11"/>
          <p:cNvSpPr/>
          <p:nvPr/>
        </p:nvSpPr>
        <p:spPr>
          <a:xfrm>
            <a:off x="1447800" y="-78100"/>
            <a:ext cx="1371581" cy="1514058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2">
              <a:lumMod val="75000"/>
              <a:alpha val="14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31" name="Picture 30" descr="5dd2728da0d97e2f240c63c54cf09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581150"/>
            <a:ext cx="425450" cy="2667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48600" y="1864608"/>
            <a:ext cx="918841" cy="594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PRAYAS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2026</a:t>
            </a:r>
            <a:endParaRPr lang="en-US" dirty="0">
              <a:solidFill>
                <a:schemeClr val="bg1"/>
              </a:solidFill>
              <a:latin typeface="Albertus Extra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133590" y="3925973"/>
            <a:ext cx="5102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Catamaran" charset="0"/>
                <a:cs typeface="Catamaran" charset="0"/>
              </a:rPr>
              <a:t>Name of Supervisor (in case of </a:t>
            </a:r>
            <a:r>
              <a:rPr lang="en-US" sz="1600" b="1" dirty="0" err="1">
                <a:solidFill>
                  <a:srgbClr val="FFC000"/>
                </a:solidFill>
                <a:latin typeface="Catamaran" charset="0"/>
                <a:cs typeface="Catamaran" charset="0"/>
              </a:rPr>
              <a:t>Ph.D.Scholars</a:t>
            </a:r>
            <a:r>
              <a:rPr lang="en-US" sz="1600" b="1" dirty="0">
                <a:solidFill>
                  <a:srgbClr val="FFC000"/>
                </a:solidFill>
                <a:latin typeface="Catamaran" charset="0"/>
                <a:cs typeface="Catamaran" charset="0"/>
              </a:rPr>
              <a:t>/Students)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281-10AD-F6BA-F6CD-698ED080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100" y="133350"/>
            <a:ext cx="7145700" cy="838200"/>
          </a:xfrm>
        </p:spPr>
        <p:txBody>
          <a:bodyPr/>
          <a:lstStyle/>
          <a:p>
            <a:r>
              <a:rPr lang="en-IN" dirty="0" err="1"/>
              <a:t>Turnitin</a:t>
            </a:r>
            <a:r>
              <a:rPr lang="en-IN" dirty="0"/>
              <a:t> Plagiarism Report of Research paper/Report/Synopsis submitted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3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281-10AD-F6BA-F6CD-698ED080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&amp; Problem Introduction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85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DDC0-9178-66A7-5D3C-C9D6B34A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6CFD-EC4B-8E98-F75D-983E9D0F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&amp; Research Gap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1CF8F-3FED-6A75-654A-EB9B3F692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2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1204-5E52-3E6D-9DB6-CD37D554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&amp; Methodology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8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B6AC-6689-3CEB-C0E3-0287444D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Results, Figures &amp; Tables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7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3C73-209B-3224-52D4-6CCD33CA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 &amp; Future Scope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8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B019-E7B9-1E7C-4C36-8D0A8FE7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100" y="133350"/>
            <a:ext cx="6993300" cy="548700"/>
          </a:xfrm>
        </p:spPr>
        <p:txBody>
          <a:bodyPr/>
          <a:lstStyle/>
          <a:p>
            <a:r>
              <a:rPr lang="en-IN" dirty="0"/>
              <a:t>References, Acknowledgement &amp; Thanks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63555"/>
      </p:ext>
    </p:extLst>
  </p:cSld>
  <p:clrMapOvr>
    <a:masterClrMapping/>
  </p:clrMapOvr>
</p:sld>
</file>

<file path=ppt/theme/theme1.xml><?xml version="1.0" encoding="utf-8"?>
<a:theme xmlns:a="http://schemas.openxmlformats.org/drawingml/2006/main" name="Dauphin template">
  <a:themeElements>
    <a:clrScheme name="VGU">
      <a:dk1>
        <a:sysClr val="windowText" lastClr="000000"/>
      </a:dk1>
      <a:lt1>
        <a:sysClr val="window" lastClr="FFFFFF"/>
      </a:lt1>
      <a:dk2>
        <a:srgbClr val="666666"/>
      </a:dk2>
      <a:lt2>
        <a:srgbClr val="812211"/>
      </a:lt2>
      <a:accent1>
        <a:srgbClr val="811811"/>
      </a:accent1>
      <a:accent2>
        <a:srgbClr val="E40059"/>
      </a:accent2>
      <a:accent3>
        <a:srgbClr val="7030A0"/>
      </a:accent3>
      <a:accent4>
        <a:srgbClr val="B8CFFF"/>
      </a:accent4>
      <a:accent5>
        <a:srgbClr val="72A0FF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12388</TotalTime>
  <Words>74</Words>
  <Application>Microsoft Office PowerPoint</Application>
  <PresentationFormat>On-screen Show (16:9)</PresentationFormat>
  <Paragraphs>18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Albertus Extra Bold</vt:lpstr>
      <vt:lpstr>Calibri</vt:lpstr>
      <vt:lpstr>Catamaran Thin</vt:lpstr>
      <vt:lpstr>Catamaran</vt:lpstr>
      <vt:lpstr>Arial</vt:lpstr>
      <vt:lpstr>Dauphin template</vt:lpstr>
      <vt:lpstr>PowerPoint Presentation</vt:lpstr>
      <vt:lpstr>Turnitin Plagiarism Report of Research paper/Report/Synopsis submitted </vt:lpstr>
      <vt:lpstr>Abstract &amp; Problem Introduction </vt:lpstr>
      <vt:lpstr>Literature Review &amp; Research Gap</vt:lpstr>
      <vt:lpstr>Objectives &amp; Methodology </vt:lpstr>
      <vt:lpstr>Results, Figures &amp; Tables</vt:lpstr>
      <vt:lpstr>Conclusions &amp; Future Scope </vt:lpstr>
      <vt:lpstr>References, Acknowledgement &amp; 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ADMIN</dc:creator>
  <cp:lastModifiedBy>Amandeep Gill</cp:lastModifiedBy>
  <cp:revision>779</cp:revision>
  <dcterms:modified xsi:type="dcterms:W3CDTF">2026-05-02T08:19:15Z</dcterms:modified>
</cp:coreProperties>
</file>